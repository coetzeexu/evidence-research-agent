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NVDA</c:v>
                </c:pt>
              </c:strCache>
            </c:strRef>
          </c:tx>
          <c:spPr>
            <a:ln w="27940">
              <a:solidFill>
                <a:srgbClr val="527B64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  <c:pt idx="36">
                  <c:v>2024-09</c:v>
                </c:pt>
                <c:pt idx="37">
                  <c:v>2024-10</c:v>
                </c:pt>
                <c:pt idx="38">
                  <c:v>2024-11</c:v>
                </c:pt>
                <c:pt idx="39">
                  <c:v>2024-12</c:v>
                </c:pt>
                <c:pt idx="40">
                  <c:v>2025-01</c:v>
                </c:pt>
                <c:pt idx="41">
                  <c:v>2025-02</c:v>
                </c:pt>
                <c:pt idx="42">
                  <c:v>2025-03</c:v>
                </c:pt>
                <c:pt idx="43">
                  <c:v>2025-04</c:v>
                </c:pt>
                <c:pt idx="44">
                  <c:v>2025-05</c:v>
                </c:pt>
                <c:pt idx="45">
                  <c:v>2025-06</c:v>
                </c:pt>
                <c:pt idx="46">
                  <c:v>2025-07</c:v>
                </c:pt>
                <c:pt idx="47">
                  <c:v>2025-08</c:v>
                </c:pt>
                <c:pt idx="48">
                  <c:v>2025-09</c:v>
                </c:pt>
                <c:pt idx="49">
                  <c:v>2025-10</c:v>
                </c:pt>
                <c:pt idx="50">
                  <c:v>2025-11</c:v>
                </c:pt>
                <c:pt idx="51">
                  <c:v>2025-12</c:v>
                </c:pt>
                <c:pt idx="52">
                  <c:v>2026-01</c:v>
                </c:pt>
                <c:pt idx="53">
                  <c:v>2026-02</c:v>
                </c:pt>
                <c:pt idx="54">
                  <c:v>2026-03</c:v>
                </c:pt>
                <c:pt idx="55">
                  <c:v>2026-04</c:v>
                </c:pt>
                <c:pt idx="56">
                  <c:v>2026-05</c:v>
                </c:pt>
                <c:pt idx="57">
                  <c:v>2026-06</c:v>
                </c:pt>
                <c:pt idx="58">
                  <c:v>2026-07</c:v>
                </c:pt>
                <c:pt idx="59">
                  <c:v>2026-08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100.0</c:v>
                </c:pt>
                <c:pt idx="1">
                  <c:v>123.41665153900352</c:v>
                </c:pt>
                <c:pt idx="2">
                  <c:v>157.73307182127417</c:v>
                </c:pt>
                <c:pt idx="3">
                  <c:v>141.98974746712983</c:v>
                </c:pt>
                <c:pt idx="4">
                  <c:v>118.2129357842028</c:v>
                </c:pt>
                <c:pt idx="5">
                  <c:v>117.72532411499934</c:v>
                </c:pt>
                <c:pt idx="6">
                  <c:v>131.75316684488487</c:v>
                </c:pt>
                <c:pt idx="7">
                  <c:v>89.55606789757603</c:v>
                </c:pt>
                <c:pt idx="8">
                  <c:v>90.15962697818279</c:v>
                </c:pt>
                <c:pt idx="9">
                  <c:v>73.21220845417353</c:v>
                </c:pt>
                <c:pt idx="10">
                  <c:v>87.72038492912995</c:v>
                </c:pt>
                <c:pt idx="11">
                  <c:v>72.89830058159585</c:v>
                </c:pt>
                <c:pt idx="12">
                  <c:v>58.644176370642576</c:v>
                </c:pt>
                <c:pt idx="13">
                  <c:v>65.20474872065284</c:v>
                </c:pt>
                <c:pt idx="14">
                  <c:v>81.77687327247558</c:v>
                </c:pt>
                <c:pt idx="15">
                  <c:v>70.61909888202023</c:v>
                </c:pt>
                <c:pt idx="16">
                  <c:v>94.40848278585989</c:v>
                </c:pt>
                <c:pt idx="17">
                  <c:v>112.1864631905809</c:v>
                </c:pt>
                <c:pt idx="18">
                  <c:v>134.2493561071632</c:v>
                </c:pt>
                <c:pt idx="19">
                  <c:v>134.11405330159283</c:v>
                </c:pt>
                <c:pt idx="20">
                  <c:v>182.85600354297117</c:v>
                </c:pt>
                <c:pt idx="21">
                  <c:v>204.47145671211874</c:v>
                </c:pt>
                <c:pt idx="22">
                  <c:v>225.86988532784366</c:v>
                </c:pt>
                <c:pt idx="23">
                  <c:v>238.56295492227648</c:v>
                </c:pt>
                <c:pt idx="24">
                  <c:v>210.27459783458173</c:v>
                </c:pt>
                <c:pt idx="25">
                  <c:v>197.13096277688592</c:v>
                </c:pt>
                <c:pt idx="26">
                  <c:v>226.0866879369471</c:v>
                </c:pt>
                <c:pt idx="27">
                  <c:v>239.4108931936428</c:v>
                </c:pt>
                <c:pt idx="28">
                  <c:v>297.44831541025064</c:v>
                </c:pt>
                <c:pt idx="29">
                  <c:v>382.4618489274957</c:v>
                </c:pt>
                <c:pt idx="30">
                  <c:v>436.8407224916431</c:v>
                </c:pt>
                <c:pt idx="31">
                  <c:v>417.7244733284425</c:v>
                </c:pt>
                <c:pt idx="32">
                  <c:v>530.038508264143</c:v>
                </c:pt>
                <c:pt idx="33">
                  <c:v>597.3232590340816</c:v>
                </c:pt>
                <c:pt idx="34">
                  <c:v>565.7985838657762</c:v>
                </c:pt>
                <c:pt idx="35">
                  <c:v>577.1609862946609</c:v>
                </c:pt>
                <c:pt idx="36">
                  <c:v>587.2198357556553</c:v>
                </c:pt>
                <c:pt idx="37">
                  <c:v>641.9574453210115</c:v>
                </c:pt>
                <c:pt idx="38">
                  <c:v>668.5042053362258</c:v>
                </c:pt>
                <c:pt idx="39">
                  <c:v>649.4004220456183</c:v>
                </c:pt>
                <c:pt idx="40">
                  <c:v>580.6352656761353</c:v>
                </c:pt>
                <c:pt idx="41">
                  <c:v>604.0888986873196</c:v>
                </c:pt>
                <c:pt idx="42">
                  <c:v>524.1528408456708</c:v>
                </c:pt>
                <c:pt idx="43">
                  <c:v>526.7644226585545</c:v>
                </c:pt>
                <c:pt idx="44">
                  <c:v>653.5225938854526</c:v>
                </c:pt>
                <c:pt idx="45">
                  <c:v>764.1323923757318</c:v>
                </c:pt>
                <c:pt idx="46">
                  <c:v>860.2836281940677</c:v>
                </c:pt>
                <c:pt idx="47">
                  <c:v>842.4366416014467</c:v>
                </c:pt>
                <c:pt idx="48">
                  <c:v>902.4612607750498</c:v>
                </c:pt>
                <c:pt idx="49">
                  <c:v>979.4157186330485</c:v>
                </c:pt>
                <c:pt idx="50">
                  <c:v>856.1240957271742</c:v>
                </c:pt>
                <c:pt idx="51">
                  <c:v>902.1245712428779</c:v>
                </c:pt>
                <c:pt idx="52">
                  <c:v>924.5203806382065</c:v>
                </c:pt>
                <c:pt idx="53">
                  <c:v>857.0908851814529</c:v>
                </c:pt>
                <c:pt idx="54">
                  <c:v>843.6408374957912</c:v>
                </c:pt>
                <c:pt idx="55">
                  <c:v>965.398011360405</c:v>
                </c:pt>
                <c:pt idx="56">
                  <c:v>1021.3666720827244</c:v>
                </c:pt>
                <c:pt idx="57">
                  <c:v>969.041523285242</c:v>
                </c:pt>
                <c:pt idx="58">
                  <c:v>972.2379653698429</c:v>
                </c:pt>
                <c:pt idx="59">
                  <c:v>1069.2438347798402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15412514d7234a05</a:t>
            </a:r>
          </a:p>
          <a:p>
            <a:r>
              <a:t>复核 prior_review 的三个问题，均不成立，已纠正。ev-nvda-h20-policy-2025-04-09：NPR 原文确实只给相对时间（last week 晚宴、as soon as this week 实施），但事件标题已标注“（报道日）”、uncertainty 与 warnings 三处均明确说明 2025-04-09 仅为报道发布日、不能证明政策转向发生日、不用于解释当日或次日行情，且 timing_basis=retrospective、confidence=low，属已明确披露的不确定性，不构成实际写错或不支持的断言，prior 的 critical 撤销。ev-nvda-deepseek-selloff-2025-01-27：摘要写“当日下跌 17%”并保留“未区分盘中与收盘口径”的限定，未把 17% 误称为收盘值，也未与行情窗口 -16.97% 混同，prior 自认不构成事实错误却仍列 warning，属非必要修复任务，撤销。ev-deepseek-r1-paper-2025-01-22：标题明确为论文 v1 提交，date_quote 直接支持 2025-01-22，uncertainty 已写明不等同模型/API 发布日，模型发布日缺口已在 warnings 中披露，属已披露证据缺口而非表述错误，撤销。数值经 compare_numbers 确认 71.9 亿=7.19 billion、160 亿=16 billion 相等，无量级或百分数换算错误。未核验：未纳入事件的若干来源未逐字核对，performance-NVDA 未独立复算。通过仅表示给定证据支持所呈现表述，不代表因果成立或数据完备。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src-0b0ee9231d33b5: https://github.com/deepseek-ai/DeepSeek-R1</a:t>
            </a:r>
          </a:p>
          <a:p>
            <a:r>
              <a:t>src-35526d9a0fa829: https://api-docs.deepseek.com/news/news250120/</a:t>
            </a:r>
          </a:p>
          <a:p>
            <a:r>
              <a:t>src-119d026375f8f1: https://www.theverge.com/2024/3/18/24105157/nvidia-blackwell-gpu-b200-ai</a:t>
            </a:r>
          </a:p>
          <a:p>
            <a:r>
              <a:t>src-af915ec3e82793: https://www.cnbc.com/2025/01/27/nvidia-calls-chinas-deepseek-r1-model-an-excellent-ai-advancement.html</a:t>
            </a:r>
          </a:p>
          <a:p>
            <a:r>
              <a:t>src-5d57f2e27d95e2: https://www.cnbc.com/2023/05/24/nvidia-nvda-earnings-report-q1-2024.html</a:t>
            </a:r>
          </a:p>
          <a:p>
            <a:r>
              <a:t>src-b3f5e5db326593: https://www.npr.org/2025/04/09/nx-s1-5356480/nvidia-china-ai-h20-chips-trump</a:t>
            </a:r>
          </a:p>
          <a:p>
            <a:r>
              <a:t>src-095b03880c506c: https://www.cnbc.com/2026/08/26/nvidia-nvda-earnings-report-q2-2027-live-updates.html</a:t>
            </a:r>
          </a:p>
          <a:p>
            <a:r>
              <a:t>src-bb4a66fc5d1b12: https://investor.nvidia.com/news/press-release-details/2023/NVIDIA-Announces-Financial-Results-for-First-Quarter-Fiscal-2024/default.aspx</a:t>
            </a:r>
          </a:p>
          <a:p>
            <a:r>
              <a:t>src-0574c1fd7cebfb: https://www.history.com/this-day-in-history/november-30/chatgpt-released-openai</a:t>
            </a:r>
          </a:p>
          <a:p>
            <a:r>
              <a:t>src-92838b9f7ab276: https://arxiv.org/abs/2501.12948</a:t>
            </a:r>
          </a:p>
          <a:p>
            <a:r>
              <a:t>src-2703b6b30f807b: https://nvidianews.nvidia.com/news/nvidia-blackwell-platform-arrives-to-power-a-new-era-of-computing</a:t>
            </a:r>
          </a:p>
          <a:p>
            <a:r>
              <a:t>src-e9eb25897e82d8: https://nvidianews.nvidia.com/news/nvidia-announces-financial-results-for-first-quarter-fiscal-2024</a:t>
            </a:r>
          </a:p>
          <a:p>
            <a:r>
              <a:t>src-431b1d44e86f37: https://www.cnbc.com/2021/11/17/nvidia-nvda-earnings-q3-2022.html</a:t>
            </a:r>
          </a:p>
          <a:p>
            <a:r>
              <a:t>src-c69b5f299f1e39: https://nvidianews.nvidia.com/news/nvidia-announces-financial-results-for-third-quarter-fiscal-2023</a:t>
            </a:r>
          </a:p>
          <a:p>
            <a:r>
              <a:t>src-9b28aba03660aa: https://nvidianews.nvidia.com/news/nvidia-announces-financial-results-for-fourth-quarter-and-fiscal-2024</a:t>
            </a:r>
          </a:p>
          <a:p>
            <a:r>
              <a:t>src-d0bf840fd453a8: https://www.cnbc.com/2026/03/13/nvidia-gtc-ai-jensen-huang-cpu-gpu.html</a:t>
            </a:r>
          </a:p>
          <a:p>
            <a:r>
              <a:t>src-0227a32317df01: https://whatledto.com/events/nvidia-china-export-controls</a:t>
            </a:r>
          </a:p>
          <a:p>
            <a:r>
              <a:t>prices-NVDA-e6d1853924e8: https://query1.finance.yahoo.com/v8/finance/chart/NVDA?period1=1598227200&amp;period2=1790726400&amp;interval=1d&amp;events=div%2Csplits&amp;includeAdjustedClose=true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15412514d7234a05</a:t>
            </a:r>
          </a:p>
          <a:p>
            <a:r>
              <a:t>复核 prior_review 的三个问题，均不成立，已纠正。ev-nvda-h20-policy-2025-04-09：NPR 原文确实只给相对时间（last week 晚宴、as soon as this week 实施），但事件标题已标注“（报道日）”、uncertainty 与 warnings 三处均明确说明 2025-04-09 仅为报道发布日、不能证明政策转向发生日、不用于解释当日或次日行情，且 timing_basis=retrospective、confidence=low，属已明确披露的不确定性，不构成实际写错或不支持的断言，prior 的 critical 撤销。ev-nvda-deepseek-selloff-2025-01-27：摘要写“当日下跌 17%”并保留“未区分盘中与收盘口径”的限定，未把 17% 误称为收盘值，也未与行情窗口 -16.97% 混同，prior 自认不构成事实错误却仍列 warning，属非必要修复任务，撤销。ev-deepseek-r1-paper-2025-01-22：标题明确为论文 v1 提交，date_quote 直接支持 2025-01-22，uncertainty 已写明不等同模型/API 发布日，模型发布日缺口已在 warnings 中披露，属已披露证据缺口而非表述错误，撤销。数值经 compare_numbers 确认 71.9 亿=7.19 billion、160 亿=16 billion 相等，无量级或百分数换算错误。未核验：未纳入事件的若干来源未逐字核对，performance-NVDA 未独立复算。通过仅表示给定证据支持所呈现表述，不代表因果成立或数据完备。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src-0b0ee9231d33b5: https://github.com/deepseek-ai/DeepSeek-R1</a:t>
            </a:r>
          </a:p>
          <a:p>
            <a:r>
              <a:t>src-35526d9a0fa829: https://api-docs.deepseek.com/news/news250120/</a:t>
            </a:r>
          </a:p>
          <a:p>
            <a:r>
              <a:t>src-119d026375f8f1: https://www.theverge.com/2024/3/18/24105157/nvidia-blackwell-gpu-b200-ai</a:t>
            </a:r>
          </a:p>
          <a:p>
            <a:r>
              <a:t>src-af915ec3e82793: https://www.cnbc.com/2025/01/27/nvidia-calls-chinas-deepseek-r1-model-an-excellent-ai-advancement.html</a:t>
            </a:r>
          </a:p>
          <a:p>
            <a:r>
              <a:t>src-5d57f2e27d95e2: https://www.cnbc.com/2023/05/24/nvidia-nvda-earnings-report-q1-2024.html</a:t>
            </a:r>
          </a:p>
          <a:p>
            <a:r>
              <a:t>src-b3f5e5db326593: https://www.npr.org/2025/04/09/nx-s1-5356480/nvidia-china-ai-h20-chips-trump</a:t>
            </a:r>
          </a:p>
          <a:p>
            <a:r>
              <a:t>src-095b03880c506c: https://www.cnbc.com/2026/08/26/nvidia-nvda-earnings-report-q2-2027-live-updates.html</a:t>
            </a:r>
          </a:p>
          <a:p>
            <a:r>
              <a:t>src-bb4a66fc5d1b12: https://investor.nvidia.com/news/press-release-details/2023/NVIDIA-Announces-Financial-Results-for-First-Quarter-Fiscal-2024/default.aspx</a:t>
            </a:r>
          </a:p>
          <a:p>
            <a:r>
              <a:t>src-0574c1fd7cebfb: https://www.history.com/this-day-in-history/november-30/chatgpt-released-openai</a:t>
            </a:r>
          </a:p>
          <a:p>
            <a:r>
              <a:t>src-92838b9f7ab276: https://arxiv.org/abs/2501.12948</a:t>
            </a:r>
          </a:p>
          <a:p>
            <a:r>
              <a:t>src-2703b6b30f807b: https://nvidianews.nvidia.com/news/nvidia-blackwell-platform-arrives-to-power-a-new-era-of-computing</a:t>
            </a:r>
          </a:p>
          <a:p>
            <a:r>
              <a:t>src-e9eb25897e82d8: https://nvidianews.nvidia.com/news/nvidia-announces-financial-results-for-first-quarter-fiscal-2024</a:t>
            </a:r>
          </a:p>
          <a:p>
            <a:r>
              <a:t>src-431b1d44e86f37: https://www.cnbc.com/2021/11/17/nvidia-nvda-earnings-q3-2022.html</a:t>
            </a:r>
          </a:p>
          <a:p>
            <a:r>
              <a:t>src-c69b5f299f1e39: https://nvidianews.nvidia.com/news/nvidia-announces-financial-results-for-third-quarter-fiscal-2023</a:t>
            </a:r>
          </a:p>
          <a:p>
            <a:r>
              <a:t>src-9b28aba03660aa: https://nvidianews.nvidia.com/news/nvidia-announces-financial-results-for-fourth-quarter-and-fiscal-2024</a:t>
            </a:r>
          </a:p>
          <a:p>
            <a:r>
              <a:t>src-d0bf840fd453a8: https://www.cnbc.com/2026/03/13/nvidia-gtc-ai-jensen-huang-cpu-gpu.html</a:t>
            </a:r>
          </a:p>
          <a:p>
            <a:r>
              <a:t>src-0227a32317df01: https://whatledto.com/events/nvidia-china-export-controls</a:t>
            </a:r>
          </a:p>
          <a:p>
            <a:r>
              <a:t>prices-NVDA-e6d1853924e8: https://query1.finance.yahoo.com/v8/finance/chart/NVDA?period1=1598227200&amp;period2=1790726400&amp;interval=1d&amp;events=div%2Csplits&amp;includeAdjustedClose=true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15412514d7234a05</a:t>
            </a:r>
          </a:p>
          <a:p>
            <a:r>
              <a:t>复核 prior_review 的三个问题，均不成立，已纠正。ev-nvda-h20-policy-2025-04-09：NPR 原文确实只给相对时间（last week 晚宴、as soon as this week 实施），但事件标题已标注“（报道日）”、uncertainty 与 warnings 三处均明确说明 2025-04-09 仅为报道发布日、不能证明政策转向发生日、不用于解释当日或次日行情，且 timing_basis=retrospective、confidence=low，属已明确披露的不确定性，不构成实际写错或不支持的断言，prior 的 critical 撤销。ev-nvda-deepseek-selloff-2025-01-27：摘要写“当日下跌 17%”并保留“未区分盘中与收盘口径”的限定，未把 17% 误称为收盘值，也未与行情窗口 -16.97% 混同，prior 自认不构成事实错误却仍列 warning，属非必要修复任务，撤销。ev-deepseek-r1-paper-2025-01-22：标题明确为论文 v1 提交，date_quote 直接支持 2025-01-22，uncertainty 已写明不等同模型/API 发布日，模型发布日缺口已在 warnings 中披露，属已披露证据缺口而非表述错误，撤销。数值经 compare_numbers 确认 71.9 亿=7.19 billion、160 亿=16 billion 相等，无量级或百分数换算错误。未核验：未纳入事件的若干来源未逐字核对，performance-NVDA 未独立复算。通过仅表示给定证据支持所呈现表述，不代表因果成立或数据完备。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src-0b0ee9231d33b5: https://github.com/deepseek-ai/DeepSeek-R1</a:t>
            </a:r>
          </a:p>
          <a:p>
            <a:r>
              <a:t>src-35526d9a0fa829: https://api-docs.deepseek.com/news/news250120/</a:t>
            </a:r>
          </a:p>
          <a:p>
            <a:r>
              <a:t>src-119d026375f8f1: https://www.theverge.com/2024/3/18/24105157/nvidia-blackwell-gpu-b200-ai</a:t>
            </a:r>
          </a:p>
          <a:p>
            <a:r>
              <a:t>src-af915ec3e82793: https://www.cnbc.com/2025/01/27/nvidia-calls-chinas-deepseek-r1-model-an-excellent-ai-advancement.html</a:t>
            </a:r>
          </a:p>
          <a:p>
            <a:r>
              <a:t>src-5d57f2e27d95e2: https://www.cnbc.com/2023/05/24/nvidia-nvda-earnings-report-q1-2024.html</a:t>
            </a:r>
          </a:p>
          <a:p>
            <a:r>
              <a:t>src-b3f5e5db326593: https://www.npr.org/2025/04/09/nx-s1-5356480/nvidia-china-ai-h20-chips-trump</a:t>
            </a:r>
          </a:p>
          <a:p>
            <a:r>
              <a:t>src-095b03880c506c: https://www.cnbc.com/2026/08/26/nvidia-nvda-earnings-report-q2-2027-live-updates.html</a:t>
            </a:r>
          </a:p>
          <a:p>
            <a:r>
              <a:t>src-bb4a66fc5d1b12: https://investor.nvidia.com/news/press-release-details/2023/NVIDIA-Announces-Financial-Results-for-First-Quarter-Fiscal-2024/default.aspx</a:t>
            </a:r>
          </a:p>
          <a:p>
            <a:r>
              <a:t>src-0574c1fd7cebfb: https://www.history.com/this-day-in-history/november-30/chatgpt-released-openai</a:t>
            </a:r>
          </a:p>
          <a:p>
            <a:r>
              <a:t>src-92838b9f7ab276: https://arxiv.org/abs/2501.12948</a:t>
            </a:r>
          </a:p>
          <a:p>
            <a:r>
              <a:t>src-2703b6b30f807b: https://nvidianews.nvidia.com/news/nvidia-blackwell-platform-arrives-to-power-a-new-era-of-computing</a:t>
            </a:r>
          </a:p>
          <a:p>
            <a:r>
              <a:t>src-e9eb25897e82d8: https://nvidianews.nvidia.com/news/nvidia-announces-financial-results-for-first-quarter-fiscal-2024</a:t>
            </a:r>
          </a:p>
          <a:p>
            <a:r>
              <a:t>src-431b1d44e86f37: https://www.cnbc.com/2021/11/17/nvidia-nvda-earnings-q3-2022.html</a:t>
            </a:r>
          </a:p>
          <a:p>
            <a:r>
              <a:t>src-c69b5f299f1e39: https://nvidianews.nvidia.com/news/nvidia-announces-financial-results-for-third-quarter-fiscal-2023</a:t>
            </a:r>
          </a:p>
          <a:p>
            <a:r>
              <a:t>src-9b28aba03660aa: https://nvidianews.nvidia.com/news/nvidia-announces-financial-results-for-fourth-quarter-and-fiscal-2024</a:t>
            </a:r>
          </a:p>
          <a:p>
            <a:r>
              <a:t>src-d0bf840fd453a8: https://www.cnbc.com/2026/03/13/nvidia-gtc-ai-jensen-huang-cpu-gpu.html</a:t>
            </a:r>
          </a:p>
          <a:p>
            <a:r>
              <a:t>src-0227a32317df01: https://whatledto.com/events/nvidia-china-export-controls</a:t>
            </a:r>
          </a:p>
          <a:p>
            <a:r>
              <a:t>prices-NVDA-e6d1853924e8: https://query1.finance.yahoo.com/v8/finance/chart/NVDA?period1=1598227200&amp;period2=1790726400&amp;interval=1d&amp;events=div%2Csplits&amp;includeAdjustedClose=true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15412514d7234a05</a:t>
            </a:r>
          </a:p>
          <a:p>
            <a:r>
              <a:t>复核 prior_review 的三个问题，均不成立，已纠正。ev-nvda-h20-policy-2025-04-09：NPR 原文确实只给相对时间（last week 晚宴、as soon as this week 实施），但事件标题已标注“（报道日）”、uncertainty 与 warnings 三处均明确说明 2025-04-09 仅为报道发布日、不能证明政策转向发生日、不用于解释当日或次日行情，且 timing_basis=retrospective、confidence=low，属已明确披露的不确定性，不构成实际写错或不支持的断言，prior 的 critical 撤销。ev-nvda-deepseek-selloff-2025-01-27：摘要写“当日下跌 17%”并保留“未区分盘中与收盘口径”的限定，未把 17% 误称为收盘值，也未与行情窗口 -16.97% 混同，prior 自认不构成事实错误却仍列 warning，属非必要修复任务，撤销。ev-deepseek-r1-paper-2025-01-22：标题明确为论文 v1 提交，date_quote 直接支持 2025-01-22，uncertainty 已写明不等同模型/API 发布日，模型发布日缺口已在 warnings 中披露，属已披露证据缺口而非表述错误，撤销。数值经 compare_numbers 确认 71.9 亿=7.19 billion、160 亿=16 billion 相等，无量级或百分数换算错误。未核验：未纳入事件的若干来源未逐字核对，performance-NVDA 未独立复算。通过仅表示给定证据支持所呈现表述，不代表因果成立或数据完备。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src-0b0ee9231d33b5: https://github.com/deepseek-ai/DeepSeek-R1</a:t>
            </a:r>
          </a:p>
          <a:p>
            <a:r>
              <a:t>src-35526d9a0fa829: https://api-docs.deepseek.com/news/news250120/</a:t>
            </a:r>
          </a:p>
          <a:p>
            <a:r>
              <a:t>src-119d026375f8f1: https://www.theverge.com/2024/3/18/24105157/nvidia-blackwell-gpu-b200-ai</a:t>
            </a:r>
          </a:p>
          <a:p>
            <a:r>
              <a:t>src-af915ec3e82793: https://www.cnbc.com/2025/01/27/nvidia-calls-chinas-deepseek-r1-model-an-excellent-ai-advancement.html</a:t>
            </a:r>
          </a:p>
          <a:p>
            <a:r>
              <a:t>src-5d57f2e27d95e2: https://www.cnbc.com/2023/05/24/nvidia-nvda-earnings-report-q1-2024.html</a:t>
            </a:r>
          </a:p>
          <a:p>
            <a:r>
              <a:t>src-b3f5e5db326593: https://www.npr.org/2025/04/09/nx-s1-5356480/nvidia-china-ai-h20-chips-trump</a:t>
            </a:r>
          </a:p>
          <a:p>
            <a:r>
              <a:t>src-095b03880c506c: https://www.cnbc.com/2026/08/26/nvidia-nvda-earnings-report-q2-2027-live-updates.html</a:t>
            </a:r>
          </a:p>
          <a:p>
            <a:r>
              <a:t>src-bb4a66fc5d1b12: https://investor.nvidia.com/news/press-release-details/2023/NVIDIA-Announces-Financial-Results-for-First-Quarter-Fiscal-2024/default.aspx</a:t>
            </a:r>
          </a:p>
          <a:p>
            <a:r>
              <a:t>src-0574c1fd7cebfb: https://www.history.com/this-day-in-history/november-30/chatgpt-released-openai</a:t>
            </a:r>
          </a:p>
          <a:p>
            <a:r>
              <a:t>src-92838b9f7ab276: https://arxiv.org/abs/2501.12948</a:t>
            </a:r>
          </a:p>
          <a:p>
            <a:r>
              <a:t>src-2703b6b30f807b: https://nvidianews.nvidia.com/news/nvidia-blackwell-platform-arrives-to-power-a-new-era-of-computing</a:t>
            </a:r>
          </a:p>
          <a:p>
            <a:r>
              <a:t>src-e9eb25897e82d8: https://nvidianews.nvidia.com/news/nvidia-announces-financial-results-for-first-quarter-fiscal-2024</a:t>
            </a:r>
          </a:p>
          <a:p>
            <a:r>
              <a:t>src-431b1d44e86f37: https://www.cnbc.com/2021/11/17/nvidia-nvda-earnings-q3-2022.html</a:t>
            </a:r>
          </a:p>
          <a:p>
            <a:r>
              <a:t>src-c69b5f299f1e39: https://nvidianews.nvidia.com/news/nvidia-announces-financial-results-for-third-quarter-fiscal-2023</a:t>
            </a:r>
          </a:p>
          <a:p>
            <a:r>
              <a:t>src-9b28aba03660aa: https://nvidianews.nvidia.com/news/nvidia-announces-financial-results-for-fourth-quarter-and-fiscal-2024</a:t>
            </a:r>
          </a:p>
          <a:p>
            <a:r>
              <a:t>src-d0bf840fd453a8: https://www.cnbc.com/2026/03/13/nvidia-gtc-ai-jensen-huang-cpu-gpu.html</a:t>
            </a:r>
          </a:p>
          <a:p>
            <a:r>
              <a:t>src-0227a32317df01: https://whatledto.com/events/nvidia-china-export-controls</a:t>
            </a:r>
          </a:p>
          <a:p>
            <a:r>
              <a:t>prices-NVDA-e6d1853924e8: https://query1.finance.yahoo.com/v8/finance/chart/NVDA?period1=1598227200&amp;period2=1790726400&amp;interval=1d&amp;events=div%2Csplits&amp;includeAdjustedClose=true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15412514d7234a05</a:t>
            </a:r>
          </a:p>
          <a:p>
            <a:r>
              <a:t>复核 prior_review 的三个问题，均不成立，已纠正。ev-nvda-h20-policy-2025-04-09：NPR 原文确实只给相对时间（last week 晚宴、as soon as this week 实施），但事件标题已标注“（报道日）”、uncertainty 与 warnings 三处均明确说明 2025-04-09 仅为报道发布日、不能证明政策转向发生日、不用于解释当日或次日行情，且 timing_basis=retrospective、confidence=low，属已明确披露的不确定性，不构成实际写错或不支持的断言，prior 的 critical 撤销。ev-nvda-deepseek-selloff-2025-01-27：摘要写“当日下跌 17%”并保留“未区分盘中与收盘口径”的限定，未把 17% 误称为收盘值，也未与行情窗口 -16.97% 混同，prior 自认不构成事实错误却仍列 warning，属非必要修复任务，撤销。ev-deepseek-r1-paper-2025-01-22：标题明确为论文 v1 提交，date_quote 直接支持 2025-01-22，uncertainty 已写明不等同模型/API 发布日，模型发布日缺口已在 warnings 中披露，属已披露证据缺口而非表述错误，撤销。数值经 compare_numbers 确认 71.9 亿=7.19 billion、160 亿=16 billion 相等，无量级或百分数换算错误。未核验：未纳入事件的若干来源未逐字核对，performance-NVDA 未独立复算。通过仅表示给定证据支持所呈现表述，不代表因果成立或数据完备。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src-0b0ee9231d33b5: https://github.com/deepseek-ai/DeepSeek-R1</a:t>
            </a:r>
          </a:p>
          <a:p>
            <a:r>
              <a:t>src-35526d9a0fa829: https://api-docs.deepseek.com/news/news250120/</a:t>
            </a:r>
          </a:p>
          <a:p>
            <a:r>
              <a:t>src-119d026375f8f1: https://www.theverge.com/2024/3/18/24105157/nvidia-blackwell-gpu-b200-ai</a:t>
            </a:r>
          </a:p>
          <a:p>
            <a:r>
              <a:t>src-af915ec3e82793: https://www.cnbc.com/2025/01/27/nvidia-calls-chinas-deepseek-r1-model-an-excellent-ai-advancement.html</a:t>
            </a:r>
          </a:p>
          <a:p>
            <a:r>
              <a:t>src-5d57f2e27d95e2: https://www.cnbc.com/2023/05/24/nvidia-nvda-earnings-report-q1-2024.html</a:t>
            </a:r>
          </a:p>
          <a:p>
            <a:r>
              <a:t>src-b3f5e5db326593: https://www.npr.org/2025/04/09/nx-s1-5356480/nvidia-china-ai-h20-chips-trump</a:t>
            </a:r>
          </a:p>
          <a:p>
            <a:r>
              <a:t>src-095b03880c506c: https://www.cnbc.com/2026/08/26/nvidia-nvda-earnings-report-q2-2027-live-updates.html</a:t>
            </a:r>
          </a:p>
          <a:p>
            <a:r>
              <a:t>src-bb4a66fc5d1b12: https://investor.nvidia.com/news/press-release-details/2023/NVIDIA-Announces-Financial-Results-for-First-Quarter-Fiscal-2024/default.aspx</a:t>
            </a:r>
          </a:p>
          <a:p>
            <a:r>
              <a:t>src-0574c1fd7cebfb: https://www.history.com/this-day-in-history/november-30/chatgpt-released-openai</a:t>
            </a:r>
          </a:p>
          <a:p>
            <a:r>
              <a:t>src-92838b9f7ab276: https://arxiv.org/abs/2501.12948</a:t>
            </a:r>
          </a:p>
          <a:p>
            <a:r>
              <a:t>src-2703b6b30f807b: https://nvidianews.nvidia.com/news/nvidia-blackwell-platform-arrives-to-power-a-new-era-of-computing</a:t>
            </a:r>
          </a:p>
          <a:p>
            <a:r>
              <a:t>src-e9eb25897e82d8: https://nvidianews.nvidia.com/news/nvidia-announces-financial-results-for-first-quarter-fiscal-2024</a:t>
            </a:r>
          </a:p>
          <a:p>
            <a:r>
              <a:t>src-431b1d44e86f37: https://www.cnbc.com/2021/11/17/nvidia-nvda-earnings-q3-2022.html</a:t>
            </a:r>
          </a:p>
          <a:p>
            <a:r>
              <a:t>src-c69b5f299f1e39: https://nvidianews.nvidia.com/news/nvidia-announces-financial-results-for-third-quarter-fiscal-2023</a:t>
            </a:r>
          </a:p>
          <a:p>
            <a:r>
              <a:t>src-9b28aba03660aa: https://nvidianews.nvidia.com/news/nvidia-announces-financial-results-for-fourth-quarter-and-fiscal-2024</a:t>
            </a:r>
          </a:p>
          <a:p>
            <a:r>
              <a:t>src-d0bf840fd453a8: https://www.cnbc.com/2026/03/13/nvidia-gtc-ai-jensen-huang-cpu-gpu.html</a:t>
            </a:r>
          </a:p>
          <a:p>
            <a:r>
              <a:t>src-0227a32317df01: https://whatledto.com/events/nvidia-china-export-controls</a:t>
            </a:r>
          </a:p>
          <a:p>
            <a:r>
              <a:t>prices-NVDA-e6d1853924e8: https://query1.finance.yahoo.com/v8/finance/chart/NVDA?period1=1598227200&amp;period2=1790726400&amp;interval=1d&amp;events=div%2Csplits&amp;includeAdjustedClose=true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15412514d7234a05</a:t>
            </a:r>
          </a:p>
          <a:p>
            <a:r>
              <a:t>复核 prior_review 的三个问题，均不成立，已纠正。ev-nvda-h20-policy-2025-04-09：NPR 原文确实只给相对时间（last week 晚宴、as soon as this week 实施），但事件标题已标注“（报道日）”、uncertainty 与 warnings 三处均明确说明 2025-04-09 仅为报道发布日、不能证明政策转向发生日、不用于解释当日或次日行情，且 timing_basis=retrospective、confidence=low，属已明确披露的不确定性，不构成实际写错或不支持的断言，prior 的 critical 撤销。ev-nvda-deepseek-selloff-2025-01-27：摘要写“当日下跌 17%”并保留“未区分盘中与收盘口径”的限定，未把 17% 误称为收盘值，也未与行情窗口 -16.97% 混同，prior 自认不构成事实错误却仍列 warning，属非必要修复任务，撤销。ev-deepseek-r1-paper-2025-01-22：标题明确为论文 v1 提交，date_quote 直接支持 2025-01-22，uncertainty 已写明不等同模型/API 发布日，模型发布日缺口已在 warnings 中披露，属已披露证据缺口而非表述错误，撤销。数值经 compare_numbers 确认 71.9 亿=7.19 billion、160 亿=16 billion 相等，无量级或百分数换算错误。未核验：未纳入事件的若干来源未逐字核对，performance-NVDA 未独立复算。通过仅表示给定证据支持所呈现表述，不代表因果成立或数据完备。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src-0b0ee9231d33b5: https://github.com/deepseek-ai/DeepSeek-R1</a:t>
            </a:r>
          </a:p>
          <a:p>
            <a:r>
              <a:t>src-35526d9a0fa829: https://api-docs.deepseek.com/news/news250120/</a:t>
            </a:r>
          </a:p>
          <a:p>
            <a:r>
              <a:t>src-119d026375f8f1: https://www.theverge.com/2024/3/18/24105157/nvidia-blackwell-gpu-b200-ai</a:t>
            </a:r>
          </a:p>
          <a:p>
            <a:r>
              <a:t>src-af915ec3e82793: https://www.cnbc.com/2025/01/27/nvidia-calls-chinas-deepseek-r1-model-an-excellent-ai-advancement.html</a:t>
            </a:r>
          </a:p>
          <a:p>
            <a:r>
              <a:t>src-5d57f2e27d95e2: https://www.cnbc.com/2023/05/24/nvidia-nvda-earnings-report-q1-2024.html</a:t>
            </a:r>
          </a:p>
          <a:p>
            <a:r>
              <a:t>src-b3f5e5db326593: https://www.npr.org/2025/04/09/nx-s1-5356480/nvidia-china-ai-h20-chips-trump</a:t>
            </a:r>
          </a:p>
          <a:p>
            <a:r>
              <a:t>src-095b03880c506c: https://www.cnbc.com/2026/08/26/nvidia-nvda-earnings-report-q2-2027-live-updates.html</a:t>
            </a:r>
          </a:p>
          <a:p>
            <a:r>
              <a:t>src-bb4a66fc5d1b12: https://investor.nvidia.com/news/press-release-details/2023/NVIDIA-Announces-Financial-Results-for-First-Quarter-Fiscal-2024/default.aspx</a:t>
            </a:r>
          </a:p>
          <a:p>
            <a:r>
              <a:t>src-0574c1fd7cebfb: https://www.history.com/this-day-in-history/november-30/chatgpt-released-openai</a:t>
            </a:r>
          </a:p>
          <a:p>
            <a:r>
              <a:t>src-92838b9f7ab276: https://arxiv.org/abs/2501.12948</a:t>
            </a:r>
          </a:p>
          <a:p>
            <a:r>
              <a:t>src-2703b6b30f807b: https://nvidianews.nvidia.com/news/nvidia-blackwell-platform-arrives-to-power-a-new-era-of-computing</a:t>
            </a:r>
          </a:p>
          <a:p>
            <a:r>
              <a:t>src-e9eb25897e82d8: https://nvidianews.nvidia.com/news/nvidia-announces-financial-results-for-first-quarter-fiscal-2024</a:t>
            </a:r>
          </a:p>
          <a:p>
            <a:r>
              <a:t>src-431b1d44e86f37: https://www.cnbc.com/2021/11/17/nvidia-nvda-earnings-q3-2022.html</a:t>
            </a:r>
          </a:p>
          <a:p>
            <a:r>
              <a:t>src-c69b5f299f1e39: https://nvidianews.nvidia.com/news/nvidia-announces-financial-results-for-third-quarter-fiscal-2023</a:t>
            </a:r>
          </a:p>
          <a:p>
            <a:r>
              <a:t>src-9b28aba03660aa: https://nvidianews.nvidia.com/news/nvidia-announces-financial-results-for-fourth-quarter-and-fiscal-2024</a:t>
            </a:r>
          </a:p>
          <a:p>
            <a:r>
              <a:t>src-d0bf840fd453a8: https://www.cnbc.com/2026/03/13/nvidia-gtc-ai-jensen-huang-cpu-gpu.html</a:t>
            </a:r>
          </a:p>
          <a:p>
            <a:r>
              <a:t>src-0227a32317df01: https://whatledto.com/events/nvidia-china-export-controls</a:t>
            </a:r>
          </a:p>
          <a:p>
            <a:r>
              <a:t>prices-NVDA-e6d1853924e8: https://query1.finance.yahoo.com/v8/finance/chart/NVDA?period1=1598227200&amp;period2=1790726400&amp;interval=1d&amp;events=div%2Csplits&amp;includeAdjustedClose=true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15412514d7234a05</a:t>
            </a:r>
          </a:p>
          <a:p>
            <a:r>
              <a:t>复核 prior_review 的三个问题，均不成立，已纠正。ev-nvda-h20-policy-2025-04-09：NPR 原文确实只给相对时间（last week 晚宴、as soon as this week 实施），但事件标题已标注“（报道日）”、uncertainty 与 warnings 三处均明确说明 2025-04-09 仅为报道发布日、不能证明政策转向发生日、不用于解释当日或次日行情，且 timing_basis=retrospective、confidence=low，属已明确披露的不确定性，不构成实际写错或不支持的断言，prior 的 critical 撤销。ev-nvda-deepseek-selloff-2025-01-27：摘要写“当日下跌 17%”并保留“未区分盘中与收盘口径”的限定，未把 17% 误称为收盘值，也未与行情窗口 -16.97% 混同，prior 自认不构成事实错误却仍列 warning，属非必要修复任务，撤销。ev-deepseek-r1-paper-2025-01-22：标题明确为论文 v1 提交，date_quote 直接支持 2025-01-22，uncertainty 已写明不等同模型/API 发布日，模型发布日缺口已在 warnings 中披露，属已披露证据缺口而非表述错误，撤销。数值经 compare_numbers 确认 71.9 亿=7.19 billion、160 亿=16 billion 相等，无量级或百分数换算错误。未核验：未纳入事件的若干来源未逐字核对，performance-NVDA 未独立复算。通过仅表示给定证据支持所呈现表述，不代表因果成立或数据完备。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src-0b0ee9231d33b5: https://github.com/deepseek-ai/DeepSeek-R1</a:t>
            </a:r>
          </a:p>
          <a:p>
            <a:r>
              <a:t>src-35526d9a0fa829: https://api-docs.deepseek.com/news/news250120/</a:t>
            </a:r>
          </a:p>
          <a:p>
            <a:r>
              <a:t>src-119d026375f8f1: https://www.theverge.com/2024/3/18/24105157/nvidia-blackwell-gpu-b200-ai</a:t>
            </a:r>
          </a:p>
          <a:p>
            <a:r>
              <a:t>src-af915ec3e82793: https://www.cnbc.com/2025/01/27/nvidia-calls-chinas-deepseek-r1-model-an-excellent-ai-advancement.html</a:t>
            </a:r>
          </a:p>
          <a:p>
            <a:r>
              <a:t>src-5d57f2e27d95e2: https://www.cnbc.com/2023/05/24/nvidia-nvda-earnings-report-q1-2024.html</a:t>
            </a:r>
          </a:p>
          <a:p>
            <a:r>
              <a:t>src-b3f5e5db326593: https://www.npr.org/2025/04/09/nx-s1-5356480/nvidia-china-ai-h20-chips-trump</a:t>
            </a:r>
          </a:p>
          <a:p>
            <a:r>
              <a:t>src-095b03880c506c: https://www.cnbc.com/2026/08/26/nvidia-nvda-earnings-report-q2-2027-live-updates.html</a:t>
            </a:r>
          </a:p>
          <a:p>
            <a:r>
              <a:t>src-bb4a66fc5d1b12: https://investor.nvidia.com/news/press-release-details/2023/NVIDIA-Announces-Financial-Results-for-First-Quarter-Fiscal-2024/default.aspx</a:t>
            </a:r>
          </a:p>
          <a:p>
            <a:r>
              <a:t>src-0574c1fd7cebfb: https://www.history.com/this-day-in-history/november-30/chatgpt-released-openai</a:t>
            </a:r>
          </a:p>
          <a:p>
            <a:r>
              <a:t>src-92838b9f7ab276: https://arxiv.org/abs/2501.12948</a:t>
            </a:r>
          </a:p>
          <a:p>
            <a:r>
              <a:t>src-2703b6b30f807b: https://nvidianews.nvidia.com/news/nvidia-blackwell-platform-arrives-to-power-a-new-era-of-computing</a:t>
            </a:r>
          </a:p>
          <a:p>
            <a:r>
              <a:t>src-e9eb25897e82d8: https://nvidianews.nvidia.com/news/nvidia-announces-financial-results-for-first-quarter-fiscal-2024</a:t>
            </a:r>
          </a:p>
          <a:p>
            <a:r>
              <a:t>src-431b1d44e86f37: https://www.cnbc.com/2021/11/17/nvidia-nvda-earnings-q3-2022.html</a:t>
            </a:r>
          </a:p>
          <a:p>
            <a:r>
              <a:t>src-c69b5f299f1e39: https://nvidianews.nvidia.com/news/nvidia-announces-financial-results-for-third-quarter-fiscal-2023</a:t>
            </a:r>
          </a:p>
          <a:p>
            <a:r>
              <a:t>src-9b28aba03660aa: https://nvidianews.nvidia.com/news/nvidia-announces-financial-results-for-fourth-quarter-and-fiscal-2024</a:t>
            </a:r>
          </a:p>
          <a:p>
            <a:r>
              <a:t>src-d0bf840fd453a8: https://www.cnbc.com/2026/03/13/nvidia-gtc-ai-jensen-huang-cpu-gpu.html</a:t>
            </a:r>
          </a:p>
          <a:p>
            <a:r>
              <a:t>src-0227a32317df01: https://whatledto.com/events/nvidia-china-export-controls</a:t>
            </a:r>
          </a:p>
          <a:p>
            <a:r>
              <a:t>prices-NVDA-e6d1853924e8: https://query1.finance.yahoo.com/v8/finance/chart/NVDA?period1=1598227200&amp;period2=1790726400&amp;interval=1d&amp;events=div%2Csplits&amp;includeAdjustedClose=true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15412514d7234a05</a:t>
            </a:r>
          </a:p>
          <a:p>
            <a:r>
              <a:t>复核 prior_review 的三个问题，均不成立，已纠正。ev-nvda-h20-policy-2025-04-09：NPR 原文确实只给相对时间（last week 晚宴、as soon as this week 实施），但事件标题已标注“（报道日）”、uncertainty 与 warnings 三处均明确说明 2025-04-09 仅为报道发布日、不能证明政策转向发生日、不用于解释当日或次日行情，且 timing_basis=retrospective、confidence=low，属已明确披露的不确定性，不构成实际写错或不支持的断言，prior 的 critical 撤销。ev-nvda-deepseek-selloff-2025-01-27：摘要写“当日下跌 17%”并保留“未区分盘中与收盘口径”的限定，未把 17% 误称为收盘值，也未与行情窗口 -16.97% 混同，prior 自认不构成事实错误却仍列 warning，属非必要修复任务，撤销。ev-deepseek-r1-paper-2025-01-22：标题明确为论文 v1 提交，date_quote 直接支持 2025-01-22，uncertainty 已写明不等同模型/API 发布日，模型发布日缺口已在 warnings 中披露，属已披露证据缺口而非表述错误，撤销。数值经 compare_numbers 确认 71.9 亿=7.19 billion、160 亿=16 billion 相等，无量级或百分数换算错误。未核验：未纳入事件的若干来源未逐字核对，performance-NVDA 未独立复算。通过仅表示给定证据支持所呈现表述，不代表因果成立或数据完备。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src-0b0ee9231d33b5: https://github.com/deepseek-ai/DeepSeek-R1</a:t>
            </a:r>
          </a:p>
          <a:p>
            <a:r>
              <a:t>src-35526d9a0fa829: https://api-docs.deepseek.com/news/news250120/</a:t>
            </a:r>
          </a:p>
          <a:p>
            <a:r>
              <a:t>src-119d026375f8f1: https://www.theverge.com/2024/3/18/24105157/nvidia-blackwell-gpu-b200-ai</a:t>
            </a:r>
          </a:p>
          <a:p>
            <a:r>
              <a:t>src-af915ec3e82793: https://www.cnbc.com/2025/01/27/nvidia-calls-chinas-deepseek-r1-model-an-excellent-ai-advancement.html</a:t>
            </a:r>
          </a:p>
          <a:p>
            <a:r>
              <a:t>src-5d57f2e27d95e2: https://www.cnbc.com/2023/05/24/nvidia-nvda-earnings-report-q1-2024.html</a:t>
            </a:r>
          </a:p>
          <a:p>
            <a:r>
              <a:t>src-b3f5e5db326593: https://www.npr.org/2025/04/09/nx-s1-5356480/nvidia-china-ai-h20-chips-trump</a:t>
            </a:r>
          </a:p>
          <a:p>
            <a:r>
              <a:t>src-095b03880c506c: https://www.cnbc.com/2026/08/26/nvidia-nvda-earnings-report-q2-2027-live-updates.html</a:t>
            </a:r>
          </a:p>
          <a:p>
            <a:r>
              <a:t>src-bb4a66fc5d1b12: https://investor.nvidia.com/news/press-release-details/2023/NVIDIA-Announces-Financial-Results-for-First-Quarter-Fiscal-2024/default.aspx</a:t>
            </a:r>
          </a:p>
          <a:p>
            <a:r>
              <a:t>src-0574c1fd7cebfb: https://www.history.com/this-day-in-history/november-30/chatgpt-released-openai</a:t>
            </a:r>
          </a:p>
          <a:p>
            <a:r>
              <a:t>src-92838b9f7ab276: https://arxiv.org/abs/2501.12948</a:t>
            </a:r>
          </a:p>
          <a:p>
            <a:r>
              <a:t>src-2703b6b30f807b: https://nvidianews.nvidia.com/news/nvidia-blackwell-platform-arrives-to-power-a-new-era-of-computing</a:t>
            </a:r>
          </a:p>
          <a:p>
            <a:r>
              <a:t>src-e9eb25897e82d8: https://nvidianews.nvidia.com/news/nvidia-announces-financial-results-for-first-quarter-fiscal-2024</a:t>
            </a:r>
          </a:p>
          <a:p>
            <a:r>
              <a:t>src-431b1d44e86f37: https://www.cnbc.com/2021/11/17/nvidia-nvda-earnings-q3-2022.html</a:t>
            </a:r>
          </a:p>
          <a:p>
            <a:r>
              <a:t>src-c69b5f299f1e39: https://nvidianews.nvidia.com/news/nvidia-announces-financial-results-for-third-quarter-fiscal-2023</a:t>
            </a:r>
          </a:p>
          <a:p>
            <a:r>
              <a:t>src-9b28aba03660aa: https://nvidianews.nvidia.com/news/nvidia-announces-financial-results-for-fourth-quarter-and-fiscal-2024</a:t>
            </a:r>
          </a:p>
          <a:p>
            <a:r>
              <a:t>src-d0bf840fd453a8: https://www.cnbc.com/2026/03/13/nvidia-gtc-ai-jensen-huang-cpu-gpu.html</a:t>
            </a:r>
          </a:p>
          <a:p>
            <a:r>
              <a:t>src-0227a32317df01: https://whatledto.com/events/nvidia-china-export-controls</a:t>
            </a:r>
          </a:p>
          <a:p>
            <a:r>
              <a:t>prices-NVDA-e6d1853924e8: https://query1.finance.yahoo.com/v8/finance/chart/NVDA?period1=1598227200&amp;period2=1790726400&amp;interval=1d&amp;events=div%2Csplits&amp;includeAdjustedClose=true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15412514d7234a05</a:t>
            </a:r>
          </a:p>
          <a:p>
            <a:r>
              <a:t>复核 prior_review 的三个问题，均不成立，已纠正。ev-nvda-h20-policy-2025-04-09：NPR 原文确实只给相对时间（last week 晚宴、as soon as this week 实施），但事件标题已标注“（报道日）”、uncertainty 与 warnings 三处均明确说明 2025-04-09 仅为报道发布日、不能证明政策转向发生日、不用于解释当日或次日行情，且 timing_basis=retrospective、confidence=low，属已明确披露的不确定性，不构成实际写错或不支持的断言，prior 的 critical 撤销。ev-nvda-deepseek-selloff-2025-01-27：摘要写“当日下跌 17%”并保留“未区分盘中与收盘口径”的限定，未把 17% 误称为收盘值，也未与行情窗口 -16.97% 混同，prior 自认不构成事实错误却仍列 warning，属非必要修复任务，撤销。ev-deepseek-r1-paper-2025-01-22：标题明确为论文 v1 提交，date_quote 直接支持 2025-01-22，uncertainty 已写明不等同模型/API 发布日，模型发布日缺口已在 warnings 中披露，属已披露证据缺口而非表述错误，撤销。数值经 compare_numbers 确认 71.9 亿=7.19 billion、160 亿=16 billion 相等，无量级或百分数换算错误。未核验：未纳入事件的若干来源未逐字核对，performance-NVDA 未独立复算。通过仅表示给定证据支持所呈现表述，不代表因果成立或数据完备。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src-0b0ee9231d33b5: https://github.com/deepseek-ai/DeepSeek-R1</a:t>
            </a:r>
          </a:p>
          <a:p>
            <a:r>
              <a:t>src-35526d9a0fa829: https://api-docs.deepseek.com/news/news250120/</a:t>
            </a:r>
          </a:p>
          <a:p>
            <a:r>
              <a:t>src-119d026375f8f1: https://www.theverge.com/2024/3/18/24105157/nvidia-blackwell-gpu-b200-ai</a:t>
            </a:r>
          </a:p>
          <a:p>
            <a:r>
              <a:t>src-af915ec3e82793: https://www.cnbc.com/2025/01/27/nvidia-calls-chinas-deepseek-r1-model-an-excellent-ai-advancement.html</a:t>
            </a:r>
          </a:p>
          <a:p>
            <a:r>
              <a:t>src-5d57f2e27d95e2: https://www.cnbc.com/2023/05/24/nvidia-nvda-earnings-report-q1-2024.html</a:t>
            </a:r>
          </a:p>
          <a:p>
            <a:r>
              <a:t>src-b3f5e5db326593: https://www.npr.org/2025/04/09/nx-s1-5356480/nvidia-china-ai-h20-chips-trump</a:t>
            </a:r>
          </a:p>
          <a:p>
            <a:r>
              <a:t>src-095b03880c506c: https://www.cnbc.com/2026/08/26/nvidia-nvda-earnings-report-q2-2027-live-updates.html</a:t>
            </a:r>
          </a:p>
          <a:p>
            <a:r>
              <a:t>src-bb4a66fc5d1b12: https://investor.nvidia.com/news/press-release-details/2023/NVIDIA-Announces-Financial-Results-for-First-Quarter-Fiscal-2024/default.aspx</a:t>
            </a:r>
          </a:p>
          <a:p>
            <a:r>
              <a:t>src-0574c1fd7cebfb: https://www.history.com/this-day-in-history/november-30/chatgpt-released-openai</a:t>
            </a:r>
          </a:p>
          <a:p>
            <a:r>
              <a:t>src-92838b9f7ab276: https://arxiv.org/abs/2501.12948</a:t>
            </a:r>
          </a:p>
          <a:p>
            <a:r>
              <a:t>src-2703b6b30f807b: https://nvidianews.nvidia.com/news/nvidia-blackwell-platform-arrives-to-power-a-new-era-of-computing</a:t>
            </a:r>
          </a:p>
          <a:p>
            <a:r>
              <a:t>src-e9eb25897e82d8: https://nvidianews.nvidia.com/news/nvidia-announces-financial-results-for-first-quarter-fiscal-2024</a:t>
            </a:r>
          </a:p>
          <a:p>
            <a:r>
              <a:t>src-431b1d44e86f37: https://www.cnbc.com/2021/11/17/nvidia-nvda-earnings-q3-2022.html</a:t>
            </a:r>
          </a:p>
          <a:p>
            <a:r>
              <a:t>src-c69b5f299f1e39: https://nvidianews.nvidia.com/news/nvidia-announces-financial-results-for-third-quarter-fiscal-2023</a:t>
            </a:r>
          </a:p>
          <a:p>
            <a:r>
              <a:t>src-9b28aba03660aa: https://nvidianews.nvidia.com/news/nvidia-announces-financial-results-for-fourth-quarter-and-fiscal-2024</a:t>
            </a:r>
          </a:p>
          <a:p>
            <a:r>
              <a:t>src-d0bf840fd453a8: https://www.cnbc.com/2026/03/13/nvidia-gtc-ai-jensen-huang-cpu-gpu.html</a:t>
            </a:r>
          </a:p>
          <a:p>
            <a:r>
              <a:t>src-0227a32317df01: https://whatledto.com/events/nvidia-china-export-controls</a:t>
            </a:r>
          </a:p>
          <a:p>
            <a:r>
              <a:t>prices-NVDA-e6d1853924e8: https://query1.finance.yahoo.com/v8/finance/chart/NVDA?period1=1598227200&amp;period2=1790726400&amp;interval=1d&amp;events=div%2Csplits&amp;includeAdjustedClose=true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15412514d7234a05</a:t>
            </a:r>
          </a:p>
          <a:p>
            <a:r>
              <a:t>复核 prior_review 的三个问题，均不成立，已纠正。ev-nvda-h20-policy-2025-04-09：NPR 原文确实只给相对时间（last week 晚宴、as soon as this week 实施），但事件标题已标注“（报道日）”、uncertainty 与 warnings 三处均明确说明 2025-04-09 仅为报道发布日、不能证明政策转向发生日、不用于解释当日或次日行情，且 timing_basis=retrospective、confidence=low，属已明确披露的不确定性，不构成实际写错或不支持的断言，prior 的 critical 撤销。ev-nvda-deepseek-selloff-2025-01-27：摘要写“当日下跌 17%”并保留“未区分盘中与收盘口径”的限定，未把 17% 误称为收盘值，也未与行情窗口 -16.97% 混同，prior 自认不构成事实错误却仍列 warning，属非必要修复任务，撤销。ev-deepseek-r1-paper-2025-01-22：标题明确为论文 v1 提交，date_quote 直接支持 2025-01-22，uncertainty 已写明不等同模型/API 发布日，模型发布日缺口已在 warnings 中披露，属已披露证据缺口而非表述错误，撤销。数值经 compare_numbers 确认 71.9 亿=7.19 billion、160 亿=16 billion 相等，无量级或百分数换算错误。未核验：未纳入事件的若干来源未逐字核对，performance-NVDA 未独立复算。通过仅表示给定证据支持所呈现表述，不代表因果成立或数据完备。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src-0b0ee9231d33b5: https://github.com/deepseek-ai/DeepSeek-R1</a:t>
            </a:r>
          </a:p>
          <a:p>
            <a:r>
              <a:t>src-35526d9a0fa829: https://api-docs.deepseek.com/news/news250120/</a:t>
            </a:r>
          </a:p>
          <a:p>
            <a:r>
              <a:t>src-119d026375f8f1: https://www.theverge.com/2024/3/18/24105157/nvidia-blackwell-gpu-b200-ai</a:t>
            </a:r>
          </a:p>
          <a:p>
            <a:r>
              <a:t>src-af915ec3e82793: https://www.cnbc.com/2025/01/27/nvidia-calls-chinas-deepseek-r1-model-an-excellent-ai-advancement.html</a:t>
            </a:r>
          </a:p>
          <a:p>
            <a:r>
              <a:t>src-5d57f2e27d95e2: https://www.cnbc.com/2023/05/24/nvidia-nvda-earnings-report-q1-2024.html</a:t>
            </a:r>
          </a:p>
          <a:p>
            <a:r>
              <a:t>src-b3f5e5db326593: https://www.npr.org/2025/04/09/nx-s1-5356480/nvidia-china-ai-h20-chips-trump</a:t>
            </a:r>
          </a:p>
          <a:p>
            <a:r>
              <a:t>src-095b03880c506c: https://www.cnbc.com/2026/08/26/nvidia-nvda-earnings-report-q2-2027-live-updates.html</a:t>
            </a:r>
          </a:p>
          <a:p>
            <a:r>
              <a:t>src-bb4a66fc5d1b12: https://investor.nvidia.com/news/press-release-details/2023/NVIDIA-Announces-Financial-Results-for-First-Quarter-Fiscal-2024/default.aspx</a:t>
            </a:r>
          </a:p>
          <a:p>
            <a:r>
              <a:t>src-0574c1fd7cebfb: https://www.history.com/this-day-in-history/november-30/chatgpt-released-openai</a:t>
            </a:r>
          </a:p>
          <a:p>
            <a:r>
              <a:t>src-92838b9f7ab276: https://arxiv.org/abs/2501.12948</a:t>
            </a:r>
          </a:p>
          <a:p>
            <a:r>
              <a:t>src-2703b6b30f807b: https://nvidianews.nvidia.com/news/nvidia-blackwell-platform-arrives-to-power-a-new-era-of-computing</a:t>
            </a:r>
          </a:p>
          <a:p>
            <a:r>
              <a:t>src-e9eb25897e82d8: https://nvidianews.nvidia.com/news/nvidia-announces-financial-results-for-first-quarter-fiscal-2024</a:t>
            </a:r>
          </a:p>
          <a:p>
            <a:r>
              <a:t>src-431b1d44e86f37: https://www.cnbc.com/2021/11/17/nvidia-nvda-earnings-q3-2022.html</a:t>
            </a:r>
          </a:p>
          <a:p>
            <a:r>
              <a:t>src-c69b5f299f1e39: https://nvidianews.nvidia.com/news/nvidia-announces-financial-results-for-third-quarter-fiscal-2023</a:t>
            </a:r>
          </a:p>
          <a:p>
            <a:r>
              <a:t>src-9b28aba03660aa: https://nvidianews.nvidia.com/news/nvidia-announces-financial-results-for-fourth-quarter-and-fiscal-2024</a:t>
            </a:r>
          </a:p>
          <a:p>
            <a:r>
              <a:t>src-d0bf840fd453a8: https://www.cnbc.com/2026/03/13/nvidia-gtc-ai-jensen-huang-cpu-gpu.html</a:t>
            </a:r>
          </a:p>
          <a:p>
            <a:r>
              <a:t>src-0227a32317df01: https://whatledto.com/events/nvidia-china-export-controls</a:t>
            </a:r>
          </a:p>
          <a:p>
            <a:r>
              <a:t>prices-NVDA-e6d1853924e8: https://query1.finance.yahoo.com/v8/finance/chart/NVDA?period1=1598227200&amp;period2=1790726400&amp;interval=1d&amp;events=div%2Csplits&amp;includeAdjustedClose=true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history.com/this-day-in-history/november-30/chatgpt-released-openai" TargetMode="External"/><Relationship Id="rId4" Type="http://schemas.openxmlformats.org/officeDocument/2006/relationships/hyperlink" Target="https://www.cnbc.com/2023/05/24/nvidia-nvda-earnings-report-q1-2024.html" TargetMode="External"/><Relationship Id="rId5" Type="http://schemas.openxmlformats.org/officeDocument/2006/relationships/hyperlink" Target="https://www.theverge.com/2024/3/18/24105157/nvidia-blackwell-gpu-b200-ai" TargetMode="External"/><Relationship Id="rId6" Type="http://schemas.openxmlformats.org/officeDocument/2006/relationships/hyperlink" Target="https://arxiv.org/abs/2501.12948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cnbc.com/2025/01/27/nvidia-calls-chinas-deepseek-r1-model-an-excellent-ai-advancement.html" TargetMode="External"/><Relationship Id="rId4" Type="http://schemas.openxmlformats.org/officeDocument/2006/relationships/hyperlink" Target="https://www.npr.org/2025/04/09/nx-s1-5356480/nvidia-china-ai-h20-chips-trump" TargetMode="External"/><Relationship Id="rId5" Type="http://schemas.openxmlformats.org/officeDocument/2006/relationships/hyperlink" Target="https://www.cnbc.com/2026/08/26/nvidia-nvda-earnings-report-q2-2027-live-updates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deepseek-ai/DeepSeek-R1" TargetMode="External"/><Relationship Id="rId4" Type="http://schemas.openxmlformats.org/officeDocument/2006/relationships/hyperlink" Target="https://api-docs.deepseek.com/news/news250120/" TargetMode="External"/><Relationship Id="rId5" Type="http://schemas.openxmlformats.org/officeDocument/2006/relationships/hyperlink" Target="https://www.theverge.com/2024/3/18/24105157/nvidia-blackwell-gpu-b200-ai" TargetMode="External"/><Relationship Id="rId6" Type="http://schemas.openxmlformats.org/officeDocument/2006/relationships/hyperlink" Target="https://www.cnbc.com/2025/01/27/nvidia-calls-chinas-deepseek-r1-model-an-excellent-ai-advancement.html" TargetMode="External"/><Relationship Id="rId7" Type="http://schemas.openxmlformats.org/officeDocument/2006/relationships/hyperlink" Target="https://www.cnbc.com/2023/05/24/nvidia-nvda-earnings-report-q1-2024.html" TargetMode="External"/><Relationship Id="rId8" Type="http://schemas.openxmlformats.org/officeDocument/2006/relationships/hyperlink" Target="https://www.npr.org/2025/04/09/nx-s1-5356480/nvidia-china-ai-h20-chips-trump" TargetMode="External"/><Relationship Id="rId9" Type="http://schemas.openxmlformats.org/officeDocument/2006/relationships/hyperlink" Target="https://www.cnbc.com/2026/08/26/nvidia-nvda-earnings-report-q2-2027-live-updates.html" TargetMode="External"/><Relationship Id="rId10" Type="http://schemas.openxmlformats.org/officeDocument/2006/relationships/hyperlink" Target="https://investor.nvidia.com/news/press-release-details/2023/NVIDIA-Announces-Financial-Results-for-First-Quarter-Fiscal-2024/default.aspx" TargetMode="External"/><Relationship Id="rId11" Type="http://schemas.openxmlformats.org/officeDocument/2006/relationships/hyperlink" Target="https://www.history.com/this-day-in-history/november-30/chatgpt-released-openai" TargetMode="External"/><Relationship Id="rId12" Type="http://schemas.openxmlformats.org/officeDocument/2006/relationships/hyperlink" Target="https://arxiv.org/abs/2501.12948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nvidianews.nvidia.com/news/nvidia-blackwell-platform-arrives-to-power-a-new-era-of-computing" TargetMode="External"/><Relationship Id="rId4" Type="http://schemas.openxmlformats.org/officeDocument/2006/relationships/hyperlink" Target="https://nvidianews.nvidia.com/news/nvidia-announces-financial-results-for-first-quarter-fiscal-2024" TargetMode="External"/><Relationship Id="rId5" Type="http://schemas.openxmlformats.org/officeDocument/2006/relationships/hyperlink" Target="https://www.cnbc.com/2021/11/17/nvidia-nvda-earnings-q3-2022.html" TargetMode="External"/><Relationship Id="rId6" Type="http://schemas.openxmlformats.org/officeDocument/2006/relationships/hyperlink" Target="https://nvidianews.nvidia.com/news/nvidia-announces-financial-results-for-third-quarter-fiscal-2023" TargetMode="External"/><Relationship Id="rId7" Type="http://schemas.openxmlformats.org/officeDocument/2006/relationships/hyperlink" Target="https://nvidianews.nvidia.com/news/nvidia-announces-financial-results-for-fourth-quarter-and-fiscal-2024" TargetMode="External"/><Relationship Id="rId8" Type="http://schemas.openxmlformats.org/officeDocument/2006/relationships/hyperlink" Target="https://www.cnbc.com/2026/03/13/nvidia-gtc-ai-jensen-huang-cpu-gpu.html" TargetMode="External"/><Relationship Id="rId9" Type="http://schemas.openxmlformats.org/officeDocument/2006/relationships/hyperlink" Target="https://whatledto.com/events/nvidia-china-export-control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研究判断与证据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NVDA    2021-09-28 至 2026-09-29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15412514d7234a05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6984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900" b="1">
                <a:solidFill>
                  <a:srgbClr val="48603D"/>
                </a:solidFill>
                <a:latin typeface="Heiti SC"/>
              </a:rPr>
              <a:t>NVDA 近五年日线行情回顾与 AI 行业大事件研究（含 2025-01-27 下跌归因）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617B65"/>
                </a:solidFill>
                <a:latin typeface="Heiti SC"/>
              </a:rPr>
              <a:t>NVDA 在 2021-09-28 至 2026-09-28 的复权累计收益为 1010.53%，最大回撤为 -66.34%。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617B65"/>
                </a:solidFill>
                <a:latin typeface="Heiti SC"/>
              </a:rPr>
              <a:t>点击来源回链复核，原始数据和公式保留在随附 Excel，交互图表保留在 HTML。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价格表现与共同估值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原生可编辑图表。初始净值 100，所有资产采用同一估值锚点。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15412514d7234a05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1088136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收益与风险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各资产自身日度回顾，实际区间可能不同，不作共同月度比较。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15412514d7234a05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813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9436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FFFFF"/>
                          </a:solidFill>
                          <a:latin typeface="Heiti SC"/>
                        </a:rPr>
                        <a:t>资产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FFFFF"/>
                          </a:solidFill>
                          <a:latin typeface="Heiti SC"/>
                        </a:rPr>
                        <a:t>累计收益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FFFFF"/>
                          </a:solidFill>
                          <a:latin typeface="Heiti SC"/>
                        </a:rPr>
                        <a:t>年化收益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FFFFF"/>
                          </a:solidFill>
                          <a:latin typeface="Heiti SC"/>
                        </a:rPr>
                        <a:t>年化波动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FFFFF"/>
                          </a:solidFill>
                          <a:latin typeface="Heiti SC"/>
                        </a:rPr>
                        <a:t>最大回撤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607853"/>
                          </a:solidFill>
                          <a:latin typeface="Heiti SC"/>
                        </a:rPr>
                        <a:t>NVDA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607853"/>
                          </a:solidFill>
                          <a:latin typeface="Heiti SC"/>
                        </a:rPr>
                        <a:t>+1010.5%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607853"/>
                          </a:solidFill>
                          <a:latin typeface="Heiti SC"/>
                        </a:rPr>
                        <a:t>+61.9%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607853"/>
                          </a:solidFill>
                          <a:latin typeface="Heiti SC"/>
                        </a:rPr>
                        <a:t>+52.0%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607853"/>
                          </a:solidFill>
                          <a:latin typeface="Heiti SC"/>
                        </a:rPr>
                        <a:t>-66.3%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02336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200" b="0">
                <a:solidFill>
                  <a:srgbClr val="617B65"/>
                </a:solidFill>
                <a:latin typeface="Heiti SC"/>
              </a:rPr>
              <a:t>累计收益描述这段历史。判断事件影响需要同时检查基准收益、发布时点与同期其他事件。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研究要求覆盖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覆盖检查与事实核验分开；候选关联不构成因果证明。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15412514d7234a05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400" b="0">
                <a:solidFill>
                  <a:srgbClr val="334A3D"/>
                </a:solidFill>
                <a:latin typeface="Heiti SC"/>
              </a:rPr>
              <a:t>覆盖检查通过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334A3D"/>
                </a:solidFill>
                <a:latin typeface="Heiti SC"/>
              </a:rPr>
              <a:t>ChatGPT 发布：已对应来源事件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3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334A3D"/>
                </a:solidFill>
                <a:latin typeface="Heiti SC"/>
              </a:rPr>
              <a:t>Blackwell 平台发布：已对应来源事件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334A3D"/>
                </a:solidFill>
                <a:latin typeface="Heiti SC"/>
              </a:rPr>
              <a:t>DeepSeek 相关事件：已对应来源事件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334A3D"/>
                </a:solidFill>
                <a:latin typeface="Heiti SC"/>
              </a:rPr>
              <a:t>2025-01-27 NVDA 下跌事件（区分论文日、模型发布日与市场反应日）：已对应来源事件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决策框架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研究目标决定检验方法，历史结果需要放回适用情景。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15412514d7234a05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813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3200400"/>
                <a:gridCol w="4663440"/>
              </a:tblGrid>
              <a:tr h="79552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目标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待回答问题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检验指标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适用条件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事件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发布了什么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公开原文、日期和精度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先核实事件及标的相关性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行情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变化何时确认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复权日线、事前波动、成交量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回顾拐点保留后续确认日期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反应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窗口相对表现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1/5/20 日收益减基准收益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反应等级为描述性指标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  <a:tr h="79553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关联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是否存在其他解释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来源强度、时序与同期事件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关联不等于因果，证据不足时保留未知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关键事件与证据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日期为来源支持的事件日；日线反应窗口保留时间精度限制。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15412514d7234a05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739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2022-11-30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7393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3"/>
              </a:rPr>
              <a:t>OpenAI 向公众发布 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359152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NVDA +2.6%（低）    来源 www.history.com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2549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2023-05-24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82549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4"/>
              </a:rPr>
              <a:t>英伟达 FY2024 一季度业绩与超预期指引，盘后股价大涨 26%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410712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NVDA +27.6%（高）    来源 www.cnbc.com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87705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2024-03-18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87705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5"/>
              </a:rPr>
              <a:t>英伟达在 GTC 发布 Blackwell 平台与 B200 GPU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462272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NVDA +6.1%（低）    来源 www.theverge.com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92861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2025-01-22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92861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6"/>
              </a:rPr>
              <a:t>DeepSeek-R1 技术论文提交至 arXiv（v1）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5513831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NVDA -8.7%（中）    来源 arxiv.org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关键事件与证据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日期为来源支持的事件日；日线反应窗口保留时间精度限制。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15412514d7234a05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739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2025-01-27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7393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3"/>
              </a:rPr>
              <a:t>DeepSeek 冲击引发英伟达股价 1 月 27 日重挫，公司回应称其为“出色的 AI 进步”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359152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NVDA -14.8%（高）    来源 www.cnbc.com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2549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2025-04-09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82549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4"/>
              </a:rPr>
              <a:t>白宫暂缓对英伟达 H20 芯片加码出口限制（报道日）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410712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NVDA +8.2%（低）    来源 www.npr.org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87705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2026-08-26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87705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5"/>
              </a:rPr>
              <a:t>英伟达 FY2027 二季度业绩超预期，指引强劲并披露 AWS 200 万 GPU 协议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462272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NVDA +2.6%（低）    来源 www.cnbc.com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方法与复核边界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核验通过；完整问题与来源保留在 Word、HTML 和演讲者备注。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15412514d7234a05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6E8F50"/>
                </a:solidFill>
                <a:latin typeface="Heiti SC"/>
              </a:rPr>
              <a:t>行情与事件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83080"/>
            <a:ext cx="8686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617B65"/>
                </a:solidFill>
                <a:latin typeface="Heiti SC"/>
              </a:rPr>
              <a:t>保存完整日线、公司行动、发布日与数据快照哈希。日期级资料无法分离盘中反应。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1635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6E8F50"/>
                </a:solidFill>
                <a:latin typeface="Heiti SC"/>
              </a:rPr>
              <a:t>关联评级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816352"/>
            <a:ext cx="8686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617B65"/>
                </a:solidFill>
                <a:latin typeface="Heiti SC"/>
              </a:rPr>
              <a:t>相对基准反应按事前波动标准化。高反应与高证据可信度是不同维度，均不证明因果。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9624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6E8F50"/>
                </a:solidFill>
                <a:latin typeface="Heiti SC"/>
              </a:rPr>
              <a:t>回测边界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849624"/>
            <a:ext cx="8686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617B65"/>
                </a:solidFill>
                <a:latin typeface="Heiti SC"/>
              </a:rPr>
              <a:t>参数事先固定。宏观数据采用当前历史版本，只用于解释。跨市场日线时间和费用分别保留。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82896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6E8F50"/>
                </a:solidFill>
                <a:latin typeface="Heiti SC"/>
              </a:rPr>
              <a:t>可复核交付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882896"/>
            <a:ext cx="8686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617B65"/>
                </a:solidFill>
                <a:latin typeface="Heiti SC"/>
              </a:rPr>
              <a:t>Excel 保留公式与台账，Word 保留方法与完整来源，HTML 支持缩放、事件筛选与来源跳转。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原始来源索引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点击名称可进入原文。所有页面的演讲者备注也保留来源 URL。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15412514d7234a05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3"/>
              </a:rPr>
              <a:t>01  GitHub - deepseek-ai/DeepSeek-R1 ·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9696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4"/>
              </a:rPr>
              <a:t>02  DeepSeek-R1 Release | DeepSeek API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5"/>
              </a:rPr>
              <a:t>03  Nvidia reveals Blackwell B200 GPU, the ‘world’s most powerful chip’ for AI | The Verge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8094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6"/>
              </a:rPr>
              <a:t>04  Nvidia calls China’s DeepSeek R1 model ‘an excellent AI advancement’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0156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7"/>
              </a:rPr>
              <a:t>05  Nvidia (NVDA) earnings report Q1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22191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8"/>
              </a:rPr>
              <a:t>06  Trump administration backs off Nvidia H20 chip crackdown : NPR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42816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9"/>
              </a:rPr>
              <a:t>07  Nvidia (NVDA) Q2 2027 earnings report: Live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10"/>
              </a:rPr>
              <a:t>08  NVIDIA Corporation - NVIDIA Announces Financial Results for First Quarter Fiscal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840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11"/>
              </a:rPr>
              <a:t>09  ChatGPT is released to the public |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0468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12"/>
              </a:rPr>
              <a:t>10  [2501.12948] DeepSeek-R1: Incentivizing Reasoning Capability in LLMs via Reinforcement…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原始来源索引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点击名称可进入原文。所有页面的演讲者备注也保留来源 URL。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15412514d7234a05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3"/>
              </a:rPr>
              <a:t>11  NVIDIA Blackwell Platform Arrives to Power a New Era of Computing | NVIDIA Newsroom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9696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4"/>
              </a:rPr>
              <a:t>12  NVIDIA Announces Financial Results for First Quarter Fiscal 2024 | NVIDIA Newsroom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5"/>
              </a:rPr>
              <a:t>13  Nvidia (NVDA) earnings Q3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8094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6"/>
              </a:rPr>
              <a:t>14  NVIDIA Announces Financial Results for Third Quarter Fiscal 2023 | NVIDIA Newsroom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0156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7"/>
              </a:rPr>
              <a:t>15  NVIDIA Announces Financial Results for Fourth Quarter and Fiscal 2024 | NVIDIA Newsroom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22191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8"/>
              </a:rPr>
              <a:t>16  Nvidia GTC 2026 preview: Why the CPU is taking center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42816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9"/>
              </a:rPr>
              <a:t>17  US Export Controls on Nvidia AI Chips to China: A100 to H20 to H200 — Timeline (update…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NVDA 近五年日线行情回顾与 AI 行业大事件研究（含 2025-01-27 下跌归因）</dc:title>
  <dc:subject/>
  <dc:creator>Evidence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